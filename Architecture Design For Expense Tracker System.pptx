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90625"/>
          </a:xfrm>
        </p:spPr>
        <p:txBody>
          <a:bodyPr/>
          <a:p>
            <a:r>
              <a:rPr lang="en-US" sz="3200" b="1" u="sng"/>
              <a:t>Multilayered Architecture Design For Expense Tracker System</a:t>
            </a:r>
            <a:endParaRPr lang="en-US" sz="3200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8365"/>
            <a:ext cx="10515600" cy="5876290"/>
          </a:xfrm>
        </p:spPr>
        <p:txBody>
          <a:bodyPr>
            <a:normAutofit/>
          </a:bodyPr>
          <a:p>
            <a:pPr marL="0" indent="0" algn="l">
              <a:buNone/>
            </a:pPr>
            <a:r>
              <a:rPr lang="en-US" altLang="en-US"/>
              <a:t>                           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    </a:t>
            </a:r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3714115" y="1190625"/>
            <a:ext cx="2947670" cy="5321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Presentation Layer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714115" y="2187575"/>
            <a:ext cx="2947670" cy="53213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Application Layer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714115" y="3083560"/>
            <a:ext cx="2947670" cy="5321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Data Layer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14115" y="4031615"/>
            <a:ext cx="2947670" cy="53213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Intregration Layer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4115" y="4976495"/>
            <a:ext cx="2947670" cy="53213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Security Layer</a:t>
            </a: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714115" y="5920740"/>
            <a:ext cx="2947670" cy="53213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Analytics &amp; Monitoring</a:t>
            </a:r>
            <a:endParaRPr lang="en-US"/>
          </a:p>
        </p:txBody>
      </p:sp>
      <p:cxnSp>
        <p:nvCxnSpPr>
          <p:cNvPr id="10" name="Straight Arrow Connector 9"/>
          <p:cNvCxnSpPr>
            <a:stCxn id="4" idx="2"/>
            <a:endCxn id="5" idx="0"/>
          </p:cNvCxnSpPr>
          <p:nvPr/>
        </p:nvCxnSpPr>
        <p:spPr>
          <a:xfrm>
            <a:off x="5187950" y="1722755"/>
            <a:ext cx="0" cy="4648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2"/>
            <a:endCxn id="6" idx="0"/>
          </p:cNvCxnSpPr>
          <p:nvPr/>
        </p:nvCxnSpPr>
        <p:spPr>
          <a:xfrm>
            <a:off x="5187950" y="2719705"/>
            <a:ext cx="0" cy="363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2"/>
            <a:endCxn id="7" idx="0"/>
          </p:cNvCxnSpPr>
          <p:nvPr/>
        </p:nvCxnSpPr>
        <p:spPr>
          <a:xfrm>
            <a:off x="5187950" y="3615690"/>
            <a:ext cx="0" cy="4159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2"/>
            <a:endCxn id="8" idx="0"/>
          </p:cNvCxnSpPr>
          <p:nvPr/>
        </p:nvCxnSpPr>
        <p:spPr>
          <a:xfrm>
            <a:off x="5187950" y="4563745"/>
            <a:ext cx="0" cy="4127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2"/>
            <a:endCxn id="9" idx="0"/>
          </p:cNvCxnSpPr>
          <p:nvPr/>
        </p:nvCxnSpPr>
        <p:spPr>
          <a:xfrm>
            <a:off x="5187950" y="5508625"/>
            <a:ext cx="0" cy="4121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WPS Docs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Architecture Design For Expense Tracker System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sazeensumina</dc:creator>
  <cp:lastModifiedBy>Sazeen Sunar</cp:lastModifiedBy>
  <cp:revision>4</cp:revision>
  <dcterms:created xsi:type="dcterms:W3CDTF">2026-04-21T22:57:23Z</dcterms:created>
  <dcterms:modified xsi:type="dcterms:W3CDTF">2026-04-21T22:57:23Z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EDBD26B64432B74CD300E86938F7E7E5_43</vt:lpwstr>
  </property>
  <property fmtid="{D5CDD505-2E9C-101B-9397-08002B2CF9AE}" pid="3" name="KSOProductBuildVer">
    <vt:lpwstr>1033-12.1.25867.25867</vt:lpwstr>
  </property>
</Properties>
</file>